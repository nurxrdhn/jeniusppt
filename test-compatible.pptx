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jeniusppt.onli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Pelaku Ekonomi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4389120" y="2377440"/>
            <a:ext cx="3291840" cy="640080"/>
          </a:xfrm>
          <a:prstGeom prst="rect">
            <a:avLst/>
          </a:prstGeom>
          <a:solidFill>
            <a:srgbClr val="1720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BUKA VIDEO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</a:rPr>
              <a:t>SOAL 1 /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2423160"/>
            <a:ext cx="484632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A  Rumah tangga konsumen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2026-08-11T00:40:51Z</dcterms:created>
  <dcterms:modified xsi:type="dcterms:W3CDTF">2026-08-11T00:40:51Z</dcterms:modified>
</cp:coreProperties>
</file>